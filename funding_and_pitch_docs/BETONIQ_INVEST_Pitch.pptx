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47 Million Locked Out of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1.4 billion globally have no access to formal financial services. 38 million in Nigeria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Real estate = the world's largest asset class at $326 trillion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Nigeria's property market growing at 11.4% annually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Yet the minimum ticket is $50,000+ — out of reach for 97% of Nigerians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No platform exists to bridge this gap for the African diaspora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Until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Global Unbanked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1.4 Billion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Nigeria Unbanked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38 Million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Min. Entry (Old)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$50,000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BETONIQ Min.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$500 USD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FFAA"/>
                </a:solidFill>
              </a:rPr>
              <a:t>The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Africa's real estate market is the world's fastest-growing untapped investment sector.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Global real estate market: $326 trillion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Africa real estate growth: 11.4% per year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Nigerian diaspora remittances: $24 billion USD/year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Only 3.1% currently invest in Nigerian property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Total addressable market: $12+ billion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Market Size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$326T Global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Africa Growth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11.4% p.a.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Diaspora Remit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$24B/yr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Addressable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$12B+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BETONIQ INVEST —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World's first AI-powered real estate investment intelligence platform for African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70 live projects across 11 countries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$5.1 billion verified investment pipeline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Average AI Compliance Score: 94.7%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Average projected ROI: 29%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Minimum investment: $500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Fully digital — no physical presence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Live Projects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70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Pipeline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$5.1B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AI Score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94.7%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Avg. ROI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29%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Three Investment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Every investor gets a structure that matches their risk appetite and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1.  EQUITY PARTICIPATION — from $500 USD  ·  fractional ownership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Own a verified percentage of the project at the development stage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2.  DEBT FINANCING — for accredited investors  ·  fixed return structure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Capital deployed as senior debt with defined repayment schedule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3.  PROFIT SHARING — negotiated directly with developer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Revenue split on completion and sale of units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All three models are AI-scored before listing on the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7700"/>
                </a:solidFill>
              </a:rPr>
              <a:t>AI Compliance Engine — 47 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No project reaches investors without passing our full AI verification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Land title verification (CAC + state land registry)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Construction permit validation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Developer credential scoring (track record + financials)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Environmental and structural clearance check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Anti-money-laundering and ownership screening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Current platform compliance score: 94.7%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No competitor in Africa runs this level of due diligence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Checkpoints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47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Compliance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94.7%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KYC Processing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&lt; 4 Hours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Countries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Technology Stack — 3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Built ground-up for African regulatory and infrastructure realities.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LAYER 1 — AI Feasibility Engine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23 market variables per project · demand, supply, macro, regulatory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LAYER 2 — Blockchain Ownership Records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Immutable equity stakes · verifiable on-chain · investor-controlled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LAYER 3 — Automated KYC / AML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Full identity verification in under 4 hours · CBN-aligned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D700"/>
                </a:solidFill>
              </a:rPr>
              <a:t>Flagship Project — Katampe Terrace, Abuja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Our highest-scoring project. AI demand score: 87/100.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Location: Katampe Extension, Abuja FCT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Land Cost: $4.2M  ·  Construction: $11.8M  ·  Total: $16M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Projected Revenue: $22.4M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Net Present Value: $198,000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Projected ROI: 28%  ·  Investment Period: 24 months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IRR: 22%  ·  Break-even: Month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AI Demand Score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87 / 100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Projected ROI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28%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NPV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$198K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Period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24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FFAA"/>
                </a:solidFill>
              </a:rPr>
              <a:t>Revenue Model — 4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Diversified, recurring revenue from day one of platform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1.  PLATFORM FEE — 2% on every investment processed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2.  DEVELOPER LISTING FEES — 5% to 8% per project listed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3.  PREMIUM SUBSCRIPTIONS — $199 USD/month (accredited investors)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4.  SUCCESS FEES — charged on profitable investor exits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All four streams activate simultaneously at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Y1 Revenue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$1.2M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Y2 Revenue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$4.8M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Y3 Revenue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$12.6M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Break-even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Month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Target Investor — The African Diaspora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2.4 million Nigerians abroad. $24 billion remitted annually. Only 3% invested in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Primary target: Nigerian professionals in UK, USA, UAE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Average investable income: $50,000–$200,000 USD per household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Pain point: no trusted, regulated, digital-first channel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BETONIQ INVEST is the first platform built exclusively for them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Secondary market: institutional investors and Nigerian HNWIs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Diaspora Size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2.4M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Remittances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$24B/yr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Investing Now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3.1%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Our Target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96.9%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7700"/>
                </a:solidFill>
              </a:rPr>
              <a:t>Regulatory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Compliance is not our constraint — it is our competitive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Pre-registration dialogue: Securities and Exchange Commission Nigeria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Architecture aligned with CBN, SEC, and FIRS simultaneously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Most competitors cannot meet even one of these three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Anti-money-laundering framework: FATF-aligned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Full KYC/AML processing integrated at account creation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Investor funds held in licensed MFB-backed escrow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No direct competitor combines AI scoring, fractional entry, and full regulatory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Traditional property investment: $50,000 minimum · physical presence required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Nigerian REITs: not accessible to diaspora · illiquid · no AI scoring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Crowdfunding platforms: no regulatory framework · no AI due diligence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BETONIQ INVEST advantage: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▸ Lowest entry point in the market ($500)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▸ Only AI-scored compliance engine in Africa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▸ Built for diaspora — no physical presence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FFAA"/>
                </a:solidFill>
              </a:rPr>
              <a:t>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Three channels. Measurable targets. Zero paid advertising in Year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1.  DIASPORA PARTNERSHIPS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Nigerian Professional Associations: UK, USA, UAE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Target: 50,000 qualified leads in 12 months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2.  DEVELOPER PARTNERSHIPS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12 developers in active negotiation across Abuja, Lagos, PH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3.  DIGITAL MARKETING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Targeted to high-net-worth Nigerian professionals globally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Cost per acquisition target: under $15 USD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D700"/>
                </a:solidFill>
              </a:rPr>
              <a:t>Traction — What We Have Already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All achieved with zero paid marketing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847 verified investor registrations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$3.2 million USD in expressed investment interest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12 developer partnerships in active negotiation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Projects across Abuja, Lagos, and Port Harcourt confirmed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70 projects live on platform at launch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Paystack merchant agreement signed —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Registrations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847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Interest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$3.2M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Dev Partners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12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Live Projects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FFAA"/>
                </a:solidFill>
              </a:rPr>
              <a:t>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Conservative model. Break-even at 18 months. IRR to investors: 24%.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Year 1:  $1.2M revenue  ·  $67M AUM  ·  847 investors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Year 2:  $4.8M revenue  ·  $210M AUM  ·  5,000 investors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Year 3:  $12.6M revenue  ·  $340M AUM  ·  18,000 investors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Break-even: Month 18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Projected investor IRR: 24%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Total 5-year platform value: $85M USD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Y1 AUM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$67M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Y3 AUM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$340M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IRR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24%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Break-even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Mo.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</a:rPr>
              <a:t>🏗  BETONIQ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</a:rPr>
              <a:t>RC 1496603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D700"/>
                </a:solidFill>
              </a:rPr>
              <a:t>Investment Opportunity — Pre-Series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FFFFFF"/>
                </a:solidFill>
              </a:rPr>
              <a:t>Raising $4.5M USD. This is your opportunity to own the infrastructure of African real estate.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Total raise: $4.5 million USD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40%  —  Technology &amp; AI development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25%  —  CBN regulatory licensing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20%  —  Market expansion: Ghana, Kenya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▸  15%  —  Operations &amp; team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Contact: zeropointfeild_nonwnt@zeropay.site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ABBCC"/>
                </a:solidFill>
              </a:rPr>
              <a:t>   BETONIQ WEST LTD  ·  RC 1496603  ·  Abuja, Nigeria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931920" cy="3474720"/>
          </a:xfrm>
          <a:prstGeom prst="rect">
            <a:avLst/>
          </a:prstGeom>
          <a:solidFill>
            <a:srgbClr val="04081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4231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Raise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$4.5M USD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Valuation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Pre-Series A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Stage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Live Platform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E5FF"/>
                </a:solidFill>
              </a:rPr>
              <a:t>Contact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zeropay.site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AABBCC"/>
                </a:solidFill>
              </a:rPr>
              <a:t>BETONIQ WEST LTD  ·  RC 1496603  ·  AI-Powered Real Estate · 47 Parameters · 11 Countries · $5.1B Pipeline  ·  © BETONIQ(WEST)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