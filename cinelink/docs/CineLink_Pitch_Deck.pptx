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Arial"/>
              </a:rPr>
              <a:t>BETONIQ WEST LTD  ·  RC 1496603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"/>
              </a:rPr>
              <a:t>CineLink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D5E8"/>
                </a:solidFill>
                <a:latin typeface="Arial"/>
              </a:rPr>
              <a:t>The Enterprise Funding &amp; Partnership Platform for Film &amp; Drama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Arial"/>
              </a:rPr>
              <a:t>Investor &amp; Grant Pitch Deck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BETONIQ WEST LTD: Building Structured Capital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1.4 billion adults remain unbanked globally, 38 million in Nigeria alone — the founding insight behind BETONIQ WEST LTD's mission to build structured financial access where none exists.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That mission now spans three platforms: ZerôPâŷ Money (offline digital payments), BETONIQ INVEST (real estate development financing), and CineLink (film &amp; drama production financing).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Each platform applies the same core idea to a different underfunded market: give a real asset — a payment, a building, a film — a transparent, evidence-based score, then match it to the capital that actually fits.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CineLink is the newest platform, applying this approach to a creative economy worth over $170 billion globally that remains almost entirely self-funded.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The Problem: A Structural Financing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Nollywood generates an estimated $6.4 billion a year and is Nigeria's second-largest employer after agriculture — yet almost none of that output is institutionally financed.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Producers have no standard way to present a project's fundability — every pitch starts from zero.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Financiers, tax-credit bodies, and streaming platforms have no efficient way to discover vetted, bankable projects — deal flow is relationship-dependent and slow.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Real financing models exist (tax credits, pre-sales, gap financing, co-production, crowdfunding) but are fragmented across dozens of institutions with no single point of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The CineLink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Submit a project once — budget, genre, format, team, script status, target market.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Get an instant Bankability Score (0-100): script readiness + team track record + budget realism + market/distribution potential.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Get matched automatically to the funding models that fit, plus a named shortlist of real financiers, tax-credit schemes, and grant-makers for that market.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Manage the whole pipeline as a business — verified badge, investor pitch pages, contract templates, warm introductions.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377440" cy="18288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B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📝</a:t>
            </a:r>
          </a:p>
          <a:p>
            <a:pPr algn="ctr"/>
            <a:r>
              <a:rPr sz="1600" b="1">
                <a:solidFill>
                  <a:srgbClr val="0E2A47"/>
                </a:solidFill>
              </a:rPr>
              <a:t>Submit</a:t>
            </a:r>
            <a:br/>
            <a:r>
              <a:t>Project</a:t>
            </a:r>
          </a:p>
        </p:txBody>
      </p:sp>
      <p:sp>
        <p:nvSpPr>
          <p:cNvPr id="8" name="Chevron 7"/>
          <p:cNvSpPr/>
          <p:nvPr/>
        </p:nvSpPr>
        <p:spPr>
          <a:xfrm>
            <a:off x="3200400" y="3063240"/>
            <a:ext cx="365760" cy="457200"/>
          </a:xfrm>
          <a:prstGeom prst="chevron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2377440"/>
            <a:ext cx="2377440" cy="18288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B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📊</a:t>
            </a:r>
          </a:p>
          <a:p>
            <a:pPr algn="ctr"/>
            <a:r>
              <a:rPr sz="1600" b="1">
                <a:solidFill>
                  <a:srgbClr val="0E2A47"/>
                </a:solidFill>
              </a:rPr>
              <a:t>Bankability</a:t>
            </a:r>
            <a:br/>
            <a:r>
              <a:t>Score</a:t>
            </a:r>
          </a:p>
        </p:txBody>
      </p:sp>
      <p:sp>
        <p:nvSpPr>
          <p:cNvPr id="10" name="Chevron 9"/>
          <p:cNvSpPr/>
          <p:nvPr/>
        </p:nvSpPr>
        <p:spPr>
          <a:xfrm>
            <a:off x="6263640" y="3063240"/>
            <a:ext cx="365760" cy="457200"/>
          </a:xfrm>
          <a:prstGeom prst="chevron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0" y="2377440"/>
            <a:ext cx="2377440" cy="18288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B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🤝</a:t>
            </a:r>
          </a:p>
          <a:p>
            <a:pPr algn="ctr"/>
            <a:r>
              <a:rPr sz="1600" b="1">
                <a:solidFill>
                  <a:srgbClr val="0E2A47"/>
                </a:solidFill>
              </a:rPr>
              <a:t>Matched</a:t>
            </a:r>
            <a:br/>
            <a:r>
              <a:t>Funding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9326880" y="3063240"/>
            <a:ext cx="365760" cy="457200"/>
          </a:xfrm>
          <a:prstGeom prst="chevron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12680" y="2377440"/>
            <a:ext cx="2377440" cy="18288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B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🎬</a:t>
            </a:r>
          </a:p>
          <a:p>
            <a:pPr algn="ctr"/>
            <a:r>
              <a:rPr sz="1600" b="1">
                <a:solidFill>
                  <a:srgbClr val="0E2A47"/>
                </a:solidFill>
              </a:rPr>
              <a:t>Deal</a:t>
            </a:r>
            <a:br/>
            <a:r>
              <a:t>Closes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Real Funding Models, Matched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Tax-Credit Financing — UK Film Tax Relief, Nigeria incentive schemes, Canada/Ireland credits.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Equity Co-Production — treaty and non-treaty co-production partnerships.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Streaming Platform Pre-Sale / Originals — Netflix, Amazon Studios, MultiChoice/Showmax, EbonyLife.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Gap Financing, Distributor Pre-Sale Advances, Brand &amp; Sponsorship Integration, Crowdfunding.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Named real sources by market: Nigeria NFVCB Film Fund, Realness Institute, Sundance Institute, Doha Film Institute, Eurimages, British Film Institute, Ford Foundation JustFilms.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Arial"/>
              </a:rPr>
              <a:t>Assumptions: Success fee applies only to capital actually raised through a deal closed via CineLink — never upfront, never on independently-raised capital.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603504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B4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1B4B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Includes</a:t>
                      </a:r>
                    </a:p>
                  </a:txBody>
                  <a:tcPr>
                    <a:solidFill>
                      <a:srgbClr val="1B4B7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Creator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$0/month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Unlimited scoring &amp; matching, 2 active listings, public funding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Studio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from $49/month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Unlimited listings, pipeline dashboard, verified badge, warm intros, contract templates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Success 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4% of capital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Only charged when a deal closes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Agency/Fund API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Custom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Bulk deal-flow screening for financiers, tax-credit bodies, grant-makers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Global film &amp; TV production market: over $170 billion annually.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Nollywood alone: an estimated $6.4 billion annually, Nigeria's 2nd-largest employer after agriculture.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Global film financing gap: estimated in the tens of billions annually, concentrated in emerging markets.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Beachhead: Nollywood &amp; West African screen industry → global independent film &amp; stage-drama market.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Phase 1 (Months 1-3): Public beta of Bankability Score engine &amp; funding directory across Nigeria/West Africa; onboard first Studio-tier cohort.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Phase 2 (Months 4-8): Launch verified financier/co-production-partner network &amp; warm-introduction flow; first tax-credit body/grant-maker API pilot.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Phase 3 (Months 9-12): Expand matching to global financing sources; secure end-to-end document exchange for closing deals on-platform.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Arial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Tom Ugbodaga — Shareholder &amp; CEO, BETONIQ WEST LTD.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MSc Computer Systems Security (University of Gloucestershire, England, 2011).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Leads the full BETONIQ WEST LTD portfolio: CineLink, BETONIQ INVEST, and ZerôPâŷ Money — built the core scoring/matching logic for each platform personally.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222"/>
                </a:solidFill>
                <a:latin typeface="Arial"/>
              </a:rPr>
              <a:t>•  Full professional background available on LinkedIn.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Arial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$250,000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D5E8"/>
                </a:solidFill>
                <a:latin typeface="Arial"/>
              </a:rPr>
              <a:t>To launch the CineLink Bankability Score engine, funding-source directory, and financier network public beta across Nigeria and West Africa — 12 months.</a:t>
            </a:r>
          </a:p>
          <a:p>
            <a:pPr algn="l"/>
          </a:p>
          <a:p>
            <a:pPr algn="l"/>
            <a:r>
              <a:rPr sz="1800" b="0" i="0">
                <a:solidFill>
                  <a:srgbClr val="C8D5E8"/>
                </a:solidFill>
                <a:latin typeface="Arial"/>
              </a:rPr>
              <a:t>A standalone ask alongside, not in place of, BETONIQ WEST LTD's existing ZerôPâŷ Money and BETONIQ INVEST funding tracks.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BETONIQ WEST LTD (RC 1496603) · CineLink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Let's talk.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D5E8"/>
                </a:solidFill>
                <a:latin typeface="Arial"/>
              </a:rPr>
              <a:t>BETONIQ WEST LTD (RC 1496603)</a:t>
            </a:r>
          </a:p>
          <a:p>
            <a:pPr algn="l"/>
            <a:r>
              <a:rPr sz="1700" b="0" i="0">
                <a:solidFill>
                  <a:srgbClr val="C8D5E8"/>
                </a:solidFill>
                <a:latin typeface="Arial"/>
              </a:rPr>
              <a:t>zeropointfeild_nonwnt@zeropay.site</a:t>
            </a:r>
          </a:p>
          <a:p>
            <a:pPr algn="l"/>
            <a:r>
              <a:rPr sz="1700" b="0" i="0">
                <a:solidFill>
                  <a:srgbClr val="C8D5E8"/>
                </a:solidFill>
                <a:latin typeface="Arial"/>
              </a:rPr>
              <a:t>Live demo: rawcdn.githack.com/TOMDEGGS/BETONIQ-WEST-/main/cinelink/live-apps/cinelink.html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