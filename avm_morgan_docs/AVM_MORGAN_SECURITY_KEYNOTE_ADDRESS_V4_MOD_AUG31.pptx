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84" r:id="rId34"/>
    <p:sldId id="258" r:id="rId4"/>
    <p:sldId id="259" r:id="rId5"/>
    <p:sldId id="260" r:id="rId6"/>
    <p:sldId id="261" r:id="rId7"/>
    <p:sldId id="262" r:id="rId8"/>
    <p:sldId id="263" r:id="rId9"/>
    <p:sldId id="285" r:id="rId35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slide" Target="slides/slide28.xml"/><Relationship Id="rId28" Type="http://schemas.openxmlformats.org/officeDocument/2006/relationships/slide" Target="slides/slide29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30.xml"/><Relationship Id="rId34" Type="http://schemas.openxmlformats.org/officeDocument/2006/relationships/slide" Target="slides/slide3.xml"/><Relationship Id="rId3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 — The Scale of the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Human Cost, In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15684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140+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Killed, Plateau State, Dec 2023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59200" y="15684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1,043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Killed in Benue, May 2023–2025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61200" y="15684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160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Killed in one night — Yelwata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068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500,182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Displaced, Benue camps, Dec 2024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9200" y="40068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1,378,124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IDPs, NC &amp; NW combined, Oct 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61200" y="40068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9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Charged with terrorism, Yelwata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Beyond farmer-herder disputes: organised banditry, kidnapping, cattle rustling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Communal militias, reprisal attacks, illegal arms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We define this as: North-Central Agro-Pastoral Security &amp; Territorial Conflict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
Criminal conduct — not ethnicity —
is the diagnosis.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Analyse and prevent repetition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30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Displacement concentrations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Britain and Israel Model — Proactive Intelligence to Nip Threats in the Bud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ISRAEL — COLLABORATIVE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Military intelligence + police + border + community = one system
▸  Real-time sharing: whoever can act, knows first
▸  Discover early, fuse, share, decide, act — before the threat matures
▸  Every operation feeds learning straight back into the system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UNITED KINGDOM — CONTEST DOCTRINE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Prevent, Pursue, Protect, Prepare — four pillars, one strategy
▸  JTAC fuses fragmented reporting into a single threat picture
▸  Community-embedded policing stops radicalisation years before an attack
▸  Refined since the IRA campaign and hardened after 7/7 London bombings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COMMUNITY MUST BECOME THE FIRST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Farmers • Hunters • Teachers • Traditional Rulers • Transporters • Religious Leaders • Health Workers • Market Women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structured Community Early Warning and Early Response Network —
not a vigilante system, not a parallel intelligence service —
a disciplined, legally governed community information network.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11 / 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Traditional Rulers in the 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who lives in — and enters — their domain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Aware of families in conflict and land/resource disputes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Often the first to see radicalisation among youth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criminal routes and rising community tensions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Currently consulted mostly AFTER violence occurs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STRUCTURED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Traditional Council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Police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DSS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Military Liaison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Community Reps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Corridors, Not Administrative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 criminal group does not stop at a state border. Neither should our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Kwara – Niger – Kainji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Niger – Kaduna – FCT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Nasarawa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Benue – Taraba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Plateau – Bauchi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Kogi – Nasarawa – Benue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North-Central governors agreed in 2025 to pursue joint security operations. The next step: institutionalise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16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23" name="Picture 22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17 –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Closer to community = faster warning &amp; 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18" name="Picture 17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Legislative &amp;
judicial oversight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20 –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“Morale is a combat capability.”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  <p:pic>
        <p:nvPicPr>
          <p:cNvPr id="16" name="Picture 15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06:00 – 12:00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18:00 – 00:00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Security never sleeps simply because government offices have closed.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2.  </a:t>
            </a:r>
            <a:r>
              <a:rPr sz="1300" b="1">
                <a:solidFill>
                  <a:srgbClr val="B8860B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4.  </a:t>
            </a:r>
            <a:r>
              <a:rPr sz="1300" b="1">
                <a:solidFill>
                  <a:srgbClr val="B8860B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6.  </a:t>
            </a:r>
            <a:r>
              <a:rPr sz="1300" b="1">
                <a:solidFill>
                  <a:srgbClr val="B8860B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8.  </a:t>
            </a:r>
            <a:r>
              <a:rPr sz="1300" b="1">
                <a:solidFill>
                  <a:srgbClr val="B8860B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10.  </a:t>
            </a:r>
            <a:r>
              <a:rPr sz="1300" b="1">
                <a:solidFill>
                  <a:srgbClr val="B8860B"/>
                </a:solidFill>
              </a:rPr>
              <a:t>Publish measurable security indicators quarterly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Rapid-Response Philosophy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Professional Standard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27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Networks dismantled via arrests &amp; prosecution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27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28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28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 &amp; Citations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30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Amnesty International (2024) Nigeria: scores killed in coordinated Plateau State attacks. London: Amnesty International.</a:t>
            </a:r>
          </a:p>
          <a:p>
            <a:r>
              <a:rPr sz="1100" b="1">
                <a:solidFill/>
              </a:rPr>
              <a:t>Reuters (2026) Nigeria charges nine men with terrorism over Yelwata massacre. London: Reuters.</a:t>
            </a:r>
          </a:p>
          <a:p>
            <a:r>
              <a:rPr sz="1100" b="1">
                <a:solidFill/>
              </a:rPr>
              <a:t>BBC (2025) Yelwata massacre: what we know about the Benue State killings. London: BBC News.</a:t>
            </a:r>
          </a:p>
          <a:p>
            <a:r>
              <a:rPr sz="1100" b="1">
                <a:solidFill/>
              </a:rPr>
              <a:t>NPR (2025) Pope Leo prays for victims of Nigeria massacre at Sunday Angelus. Washington DC: National Public Radio.</a:t>
            </a:r>
          </a:p>
          <a:p>
            <a:r>
              <a:rPr sz="1100" b="1">
                <a:solidFill/>
              </a:rPr>
              <a:t>Vatican News (2025) Pope's Angelus address on violence in Nigeria. Vatican City: Vatican News.</a:t>
            </a:r>
          </a:p>
          <a:p>
            <a:r>
              <a:rPr sz="1100"/>
              <a:t>HM Government (2023) CONTEST: The United Kingdom's Strategy for Countering Terrorism. London: Home Office.</a:t>
            </a:r>
          </a:p>
          <a:p>
            <a:r>
              <a:rPr sz="1100"/>
              <a:t>Byman, D. (2011) A High Price: The Triumphs and Failures of Israeli Counterterrorism. Oxford: Oxford University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International Organization for Migration (2025) Displacement Tracking Matrix: North-Central and North-West Nigeria. Geneva: IOM.</a:t>
            </a:r>
          </a:p>
          <a:p>
            <a:r>
              <a:rPr sz="1300" b="1">
                <a:solidFill/>
              </a:rPr>
              <a:t>The Kukah Centre (2025) Conflict trends and community resilience in Nigeria's Middle Belt. Abuja: The Kukah Centre for Faith, Leadership and Public Policy.</a:t>
            </a:r>
          </a:p>
          <a:p>
            <a:r>
              <a:rPr sz="1300" b="1">
                <a:solidFill/>
              </a:rPr>
              <a:t>United Nations Peacebuilding Support Office (2025) Nigeria peacebuilding fund report. New York: UN Peacebuilding.</a:t>
            </a:r>
          </a:p>
          <a:p>
            <a:r>
              <a:rPr sz="1300" b="1">
                <a:solidFill/>
              </a:rPr>
              <a:t>Channels Television (2024) Mangu attacks: death toll rises in renewed Plateau violence. Lagos: Channels Television.</a:t>
            </a:r>
          </a:p>
          <a:p>
            <a:r>
              <a:rPr sz="1300" b="1">
                <a:solidFill/>
              </a:rPr>
              <a:t>Premium Times (2025) Benue killings: a data investigation, 2023–2025. Abuja: Premium Times.</a:t>
            </a:r>
          </a:p>
          <a:p>
            <a:r>
              <a:rPr sz="1300" b="1">
                <a:solidFill/>
              </a:rPr>
              <a:t>National Assembly of Nigeria (2026) Constitution of the Federal Republic of Nigeria (Alteration) (State Police) Bill, 2026. Abuja: National Assembly.</a:t>
            </a:r>
          </a:p>
          <a:p>
            <a:r>
              <a:rPr sz="1300" b="1">
                <a:solidFill/>
              </a:rPr>
              <a:t>Kaduna State Government and Katsina State Government (2025) Early Warning and Early Response System: outcomes report. Kaduna/Katsina: State Governments.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30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