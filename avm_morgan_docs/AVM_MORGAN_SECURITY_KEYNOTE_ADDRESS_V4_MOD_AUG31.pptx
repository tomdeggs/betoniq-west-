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311" r:id="rId12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12" r:id="rId11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9.xml"/><Relationship Id="rId12" Type="http://schemas.openxmlformats.org/officeDocument/2006/relationships/slide" Target="slides/slide3.xml"/><Relationship Id="rId13" Type="http://schemas.openxmlformats.org/officeDocument/2006/relationships/slide" Target="slides/slide26.xml"/><Relationship Id="rId14" Type="http://schemas.openxmlformats.org/officeDocument/2006/relationships/slide" Target="slides/slide24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8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5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SIX FIGURES THAT DEFINE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140+ killed — Plateau State, December 2023.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1,043 killed in Benue State, May 2023 –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160 killed in a single night — Yelwata.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9 individuals have been charged with terrorism over the Yelwata killings. The numbers behind them are why this keynote exists.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26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00000"/>
            <a:ext cx="1106424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PROBLEM, RESTATED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CYCLE THAT REPEATS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An attack occurs. People are killed.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Police are alerted. The military is mobilised.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attackers vanish. The community is searched.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ENORMITY OF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 amount of additional manpower fixes a cycle that is structurally reactive. This is the scale we must design our way out of — not police our way out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60000"/>
            <a:ext cx="109728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0000"/>
            <a:ext cx="10972800" cy="15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  <a:p>
            <a:pPr>
              <a:spcBef>
                <a:spcPts val="800"/>
              </a:spcBef>
            </a:pPr>
            <a:r>
              <a:rPr b="1" sz="1600">
                <a:solidFill>
                  <a:srgbClr val="FFFFFF"/>
                </a:solidFill>
                <a:latin typeface="Calibri"/>
              </a:rPr>
              <a:t>Finally, </a:t>
            </a:r>
            <a:r>
              <a:rPr sz="1600">
                <a:solidFill>
                  <a:srgbClr val="FFFFFF"/>
                </a:solidFill>
                <a:latin typeface="Calibri"/>
              </a:rPr>
              <a:t>I recommend the establishment of a North-Central Security Endowment Fund, jointly financed by the Federal Government and the North-Central Governors, with transparent governance and sustainable funding to meet the significant financial requirements of implementing this new security architecture.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0000"/>
            <a:ext cx="109728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