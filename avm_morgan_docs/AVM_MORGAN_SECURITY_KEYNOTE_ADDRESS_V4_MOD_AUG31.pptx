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4" r:id="rId34"/>
    <p:sldId id="258" r:id="rId4"/>
    <p:sldId id="259" r:id="rId5"/>
    <p:sldId id="260" r:id="rId6"/>
    <p:sldId id="261" r:id="rId7"/>
    <p:sldId id="262" r:id="rId8"/>
    <p:sldId id="263" r:id="rId9"/>
    <p:sldId id="285" r:id="rId3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0.xml"/><Relationship Id="rId34" Type="http://schemas.openxmlformats.org/officeDocument/2006/relationships/slide" Target="slides/slide3.xml"/><Relationship Id="rId3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140+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Killed, Plateau State, Dec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9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1,043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Benue, May 2023–2025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1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160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one night — Yelwata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500,182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Displaced, Benue camps, Dec 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9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1,378,124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IDPs, NC &amp; NW combined, Oct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1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9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Charged with terrorism, Yelwata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30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Britain and Israel Model — Proactive Intelligence to Nip Threats in the Bud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COLLABORATIVE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fusion: human, signals &amp; aerial sources merged into one picture
▸  Real-time sharing: whoever can act, knows first — locals see threats before HQ does
▸  Intelligence-to-action cycle: assess, respond, feed lessons back in
▸  Nigeria: regional fusion centres — Armed Forces, Police, DSS, NIA, NSCDC + community networks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CONTEST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Prevent, Pursue, Protect, Prepare — four pillars, one strategy
▸  JTAC fuses fragmented reporting into a single threat picture
▸  Community-embedded policing stops radicalisation years before an attack
▸  Prevent Duty places statutory safeguarding responsibility on schools, health &amp; local bodies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8880" y="228600"/>
            <a:ext cx="1828800" cy="365760"/>
          </a:xfrm>
          <a:prstGeom prst="rect">
            <a:avLst/>
          </a:prstGeom>
          <a:solidFill>
            <a:srgbClr val="FF2D2D"/>
          </a:solidFill>
          <a:ln>
            <a:solidFill>
              <a:srgbClr val="FF2D2D"/>
            </a:solidFill>
          </a:ln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NEW — ADDED 28 AUG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17 –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20 –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1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100" b="1">
                <a:solidFill/>
              </a:rPr>
              <a:t>BBC (2025) Yelwata massacre: what we know about the Benue State killings. London: BBC News.</a:t>
            </a:r>
          </a:p>
          <a:p>
            <a:r>
              <a:rPr sz="11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100" b="1">
                <a:solidFill/>
              </a:rPr>
              <a:t>Vatican News (2025) Pope's Angelus address on violence in Nigeria. Vatican City: Vatican News.</a:t>
            </a:r>
          </a:p>
          <a:p>
            <a:r>
              <a:rPr sz="1100"/>
              <a:t>HM Government (2023) CONTEST: The United Kingdom's Strategy for Countering Terrorism. London: Home Office.</a:t>
            </a:r>
          </a:p>
          <a:p>
            <a:r>
              <a:rPr sz="1100"/>
              <a:t>Byman, D. (2011) A High Price: The Triumphs and Failures of Israeli Counterterrorism. Oxford: Oxford University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30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