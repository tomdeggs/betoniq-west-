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311" r:id="rId12"/>
    <p:sldId id="259" r:id="rId5"/>
    <p:sldId id="260" r:id="rId6"/>
    <p:sldId id="261" r:id="rId7"/>
    <p:sldId id="262" r:id="rId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3" r:id="rId18"/>
    <p:sldId id="312" r:id="rId11"/>
    <p:sldId id="304" r:id="rId17"/>
    <p:sldId id="305" r:id="rId16"/>
    <p:sldId id="306" r:id="rId15"/>
    <p:sldId id="307" r:id="rId33"/>
    <p:sldId id="308" r:id="rId14"/>
    <p:sldId id="309" r:id="rId35"/>
    <p:sldId id="31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1" Type="http://schemas.openxmlformats.org/officeDocument/2006/relationships/slide" Target="slides/slide19.xml"/><Relationship Id="rId12" Type="http://schemas.openxmlformats.org/officeDocument/2006/relationships/slide" Target="slides/slide3.xml"/><Relationship Id="rId13" Type="http://schemas.openxmlformats.org/officeDocument/2006/relationships/slide" Target="slides/slide26.xml"/><Relationship Id="rId14" Type="http://schemas.openxmlformats.org/officeDocument/2006/relationships/slide" Target="slides/slide24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8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3.xml"/><Relationship Id="rId35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Paradox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Bridge between North and South — the heartland of Nigeria’s territorial cohesion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Home to vital agricultural lands, forests, water resources and mineral deposits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Yet increasingly an arena of insecurity, displacement and communal tension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Kidnapping, banditry, and violent competition over land and resources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A region that should be a bastion of unity and food security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paradox: resource-rich, strategically vital — yet chronically insecure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Not simply: who is responsible for the insecurity?
The deeper question: why, despite the Armed
Forces, Police, intelligence agencies, civil defence,
state institutions and traditional structures, does
insecurity keep reproducing itself?
This paper submits: the challenge is not the
absence of institutions.
It is the fragmentation of the response.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 — THE SCALE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Human Cost, In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SIX FIGURES THAT DEFINE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140+ killed — Plateau State, December 2023.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1,043 killed in Benue State, May 2023 – 2025.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160 killed in a single night — Yelwata.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ACCOUNTABILITY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9 individuals have been charged with terrorism over the Yelwata killings. The numbers behind them are why this keynote exists.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Critical Question — Fragmentation, Not Absence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Farmer
Sees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Ruler
Sees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Vigilante
Sees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Ranger
Sees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Police
Sees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Intel Officer
Sees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B8860B"/>
                </a:solidFill>
              </a:rPr>
              <a:t>No Fusion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A threat is seen — but seen by everyone, owned by no 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PROBLEM:
“Information that does not
reach a common system
remains merely information.”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STAKES:
“Information that does not
produce action cannot
protect lives.”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Collaboration as the Centrepiece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1">
                <a:solidFill>
                  <a:srgbClr val="0B1F3A"/>
                </a:solidFill>
                <a:latin typeface="Calibri"/>
              </a:rPr>
              <a:t>Not occasional meetings between agencies — one common security framework, understood at every level of government.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SHARED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Intelligence is shared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INTEGRATED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Capabilities are integrated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COMPLEMENTARY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Responsibilities are complementary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Communities are engaged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EXPLOITED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Technology is exploited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Four Shifts the North-Central Must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Agency-Centric
→ System-Centric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Reaction
→ Prevention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Isolated Intel
→ Fusion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Govt-Only
→ Partnership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B8860B"/>
                </a:solidFill>
              </a:rPr>
              <a:t>Community
&amp; Civil Society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52044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“Nigeria already embraces this at national level — the NCTC’s Whole-of-Government,
Whole-of-Society principle. The North-Central must take it further.”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Lessons From Israel and Britain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26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Israel: intelligence, military, emergency structures and communities fused into one resilient system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Britain: institutions retain distinct roles, coordinated within one national framework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Nigeria cannot simply copy either model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We must build a Nigerian model — our own hybrid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Combining intelligence fusion, inter-agency coordination, and community early warning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TOWARD A NIGERIAN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Intelligence fusion (Israel)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Institutional coordination (Britain)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State &amp; local government participation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Traditional institutions &amp; community early-warning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Modern technology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The reservoir of retired military, intelligence &amp; police professionals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Question — Two Models to Learn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ISRAEL  •  BRITAIN  •  NIGERIA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Not whether Nigeria has enough security agencies — we do.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real question: are agencies, governments, communities and citizens connected enough to act as one system?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Two nations offer proven, opposite-but-complementary answers: Israel and Britain.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WHY THESE TWO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Israel: deep integration under sustained threat. Britain: coordination without destroying institutions. Together they map the Nigerian hybrid.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Two Proven Models, One Nigerian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ISRAEL — INTEGRATION AS DOCTRINE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NSC fuses intel, political, military &amp; government info into one national assessment
▸  Home Front Command links military capability directly to local authorities
▸  Chain: intelligence → decision → command → local authority → community → response
▸  The citizen is not a victim waiting for government — the citizen IS the architecture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001" name="Rectangle 18"/>
          <p:cNvSpPr/>
          <p:nvPr/>
        </p:nvSpPr>
        <p:spPr>
          <a:xfrm>
            <a:off x="45720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2" name="TextBox 19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UNITED KINGDOM — COORDINATION, NOT REPLACEMENT</a:t>
            </a:r>
          </a:p>
        </p:txBody>
      </p:sp>
      <p:sp>
        <p:nvSpPr>
          <p:cNvPr id="1003" name="TextBox 20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>▸  CONTEST: Prevent, Pursue, Protect, Prepare — four pillars, one strategy
▸  43 police forces cooperate nationally — capability surges, local ties stay intact
▸  CTOC turns shared intelligence into action faster
▸  Principle: centralise intelligence &amp; standards; decentralise implementation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B8860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Israeli Model — The Citizen as Sensor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HOME FRONT 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Home Front Command keeps a continuous relationship with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Exercises, emergency plans, and a direct link between military capability and civilian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citizen is not a victim waiting for government — the citizen is part of the security architecture.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Our communities already know who is entering the forest, who is moving cattle, who is unfamiliar — often before headquarters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Intelligence to decision to command to local authority to community to response — a continuous loop, not a one-way order.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Five Lessons Israel Offers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WHAT WE BORROW — AND WHAT WE DON’T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Permanent intelligence fusion.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Strong regional operational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Military–police–intelligence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Prepared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Community participation and resilience.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CAVEAT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We do not copy Israel’s highly militarised environment wholesale — Nigeria is a larger, more diverse federation with different realities.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CONTEST and Coordinated Policing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FOUR PILLARS, ONE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CONTEST: Prevent, Pursue, Protect, Prepare — linking government, intelligence, police, military, emergency services, local authorities and communities.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Forty-three police forces across England and Wales, plus Scotland and Northern Ireland, cooperate through one national counter-terrorism structure.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Capability surges to wherever the threat is greatest, without dismantling local forces.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CTOC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Counter Terrorism Operations Centre converts intelligence into action faster by putting agencies and policing in the same room.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ELEVEN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The Lesson for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ONSA / NCTC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Nigeria’s NCTC already runs an all-source intelligence function under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Whole-of-Government, Whole-of-Society is already our stated doctrine.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gap is not institutions. It is integration between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Centralise intelligence. Decentralise delivery. Let every agency keep its identity while operating toward one national objective.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Israel vs UK — Neither Model Alone Is Right for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1509840"/>
          <a:ext cx="1127760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038600"/>
                <a:gridCol w="403860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Israeli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UK Model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integrated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coordinated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Military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prominent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More specialised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Local authorities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emergency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prevention role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Active security 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Prevention &amp; resilience partner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operational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Networked coordination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National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framework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Best lesson for Nigeria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Integration &amp; rapid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Coordination &amp; institutional balance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THIRTEEN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Hybrid Model — The NCISRM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NORTH-CENTRAL INTEGRATED SECURITY &amp; RESILIENCE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local resilience.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British institutional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Nigerian community intelligence.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ONE SENTENCE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Neither model copied wholesale — a deliberate Nigerian hybrid, built for our federation, our geography and our communities.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NCISRM — Five Levels, One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Level 1: Regional Fusion Centre  •  Level 2: State Coordination Centres  •  Level 3: Local Security Network  •  Level 4: Forest &amp; Rural Layer  •  Level 5: The Citizen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Five levels, one threat picture — from the regional fusion centre
down to the citizen, who must become a sensor in the network,
not simply a casualty statistic.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FIFTEEN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Three — The Local Security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ONE STRUCTURE PER HIGH-RISK LGA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Security agencies + traditional institutions + local government + community leaders.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Farmers + pastoralists + credible civil society + trained community observers.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One integrated structure per high-risk LGA — structured early warning, lawful information sharing.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This is not vigilante justice.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Turn scattered local knowledge into one lawful, structured channel that reaches the state coordination centre in minutes, not weeks.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Four — The Forest and Rural Security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DENY SANCTUARY, NOT THE FARMER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Forests and rural spaces cannot remain intelligence black holes.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Rangers become the eyes and ears of the state — trained, equipped, connected.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Specialised units retain the high-risk operations; rangers are not asked to fight wars.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Deny sanctuary, mobility, supplies, communications, financing and movement to armed groups — without criminalising the honest farmer or herder.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CENTRAL PROBLEM, RESTATED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CYCLE THAT REPEATS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An attack occurs. People are killed.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Police are alerted. The military is mobilised.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attackers vanish. The community is searched.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ENORMITY OF 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No amount of additional manpower fixes a cycle that is structurally reactive. This is the scale we must design our way out of — not police our way out of.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Five — The Citizen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CITIZEN AS 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 do I call?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do I report?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How do I report it?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happens after I report it?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STANDARD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citizen must become a sensor in the security network — not simply a casualty statistic.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Role of Veterans — The North-Central Advantage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 large pool of experienced retired military, intelligence &amp; police professionals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Contributes intelligence analysis and strategic planning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Delivers training, mentoring and simulation exercises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Strengthens early-warning systems and lessons-learned review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Never replaces serving personnel — strengthens the system instead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REGIONAL SECURITY ADVISORY &amp; TRAINING RESERVE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Veteran Reserve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Intel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Strategic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Training &amp; Mentoring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Early Warning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Lessons Learned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Reaction to Prevention — The Fifth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Attack, deploy, fight, withdraw, wait — that is reactive. Information, analysis, early warning, prevention, response, recovery — that is collaborative.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PREVENT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PURSUE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PROTECT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PREPARE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PARTNER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B8860B"/>
                </a:solidFill>
              </a:rPr>
              <a:t>COLLABORATIVE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The Nigerian answer: Israeli integration + Israeli local resilience + British coordination + Nigerian community intelligence — the NCISRM.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Three Lessons, One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 INTELLIGENCE ISOLATED. NO COMMUNITY DISCONNECTED.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Israel: no intelligence should remain isolated, and no community should remain disconnected from the security system.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Britain: different agencies can retain their identities while operating toward one national objective.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Nigeria: our solution must be built around our geography, our communities, our constitutional structure and our own realities.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 SYNTHESIS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Three lessons. One system. A model that is unmistakably Nigerian.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TWENTY-ONE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The Nigerian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UNMISTAKABLY NIGERIAN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Centralised intelligence. Integrated command. Decentralised community engagement.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Technology-enabled surveillance. Prepared local authorities. Veteran expertise.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Early warning. Rapid response. Continuous learning.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NINE COMMITMENTS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B8860B"/>
                </a:solidFill>
                <a:latin typeface="Calibri"/>
              </a:rPr>
              <a:t>These nine commitments are the measurable core of the NCISRM — what North-Central Nigeria will actually build, together.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60000"/>
            <a:ext cx="109728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00000"/>
            <a:ext cx="10972800" cy="15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Not a soldier in every village — a system where intelligence reaches the right commander, the commander reaches the right capability, and the capability reaches the threatened community before the attack occurs.</a:t>
            </a:r>
          </a:p>
          <a:p>
            <a:pPr>
              <a:spcBef>
                <a:spcPts val="800"/>
              </a:spcBef>
            </a:pPr>
            <a:r>
              <a:rPr b="1" sz="1600">
                <a:solidFill>
                  <a:srgbClr val="FFFFFF"/>
                </a:solidFill>
                <a:latin typeface="Calibri"/>
              </a:rPr>
              <a:t>Finally, </a:t>
            </a:r>
            <a:r>
              <a:rPr sz="1600">
                <a:solidFill>
                  <a:srgbClr val="FFFFFF"/>
                </a:solidFill>
                <a:latin typeface="Calibri"/>
              </a:rPr>
              <a:t>I recommend the establishment of a North-Central Security Endowment Fund, jointly financed by the Federal Government and the North-Central Governors, with transparent governance and sustainable funding to meet the significant financial requirements of implementing this new security architecture.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0000"/>
            <a:ext cx="109728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National Security Council (2023) National Security Concept and the Role of the Situation Room. Jerusalem: Prime Minister’s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Home Front Command (2022) Civilian Preparedness and Local Authority Coordination Doctrine. Ramla: Israel Defense Forces.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Byman, D. (2011) A High Price: The Triumphs and Failures of Israeli Counterterrorism. Oxford: Oxford University Press.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International Crisis Group (2024) Rethinking Nigeria’s Approach to Farmer-Herder and Communal Conflict. Brussels: ICG.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HM Government (2023) CONTEST: The United Kingdom’s Strategy for Countering Terrorism. London: Home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National Police Chiefs’ Council (2022) Counter Terrorism Policing: National Structures and the CTOC. London: NPCC.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Office of the National Security Adviser, Nigeria (2024) National Counter Terrorism Centre: Whole-of-Government Framework. Abuja: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ACLED (2025) Nigeria: North-Central Conflict Trends, Benue, Plateau and Niger States. Madison, WI: ACLED.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