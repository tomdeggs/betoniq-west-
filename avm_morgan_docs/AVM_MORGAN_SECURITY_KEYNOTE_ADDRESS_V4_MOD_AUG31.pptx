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2" r:id="rId8"/>
    <p:sldId id="263" r:id="rId9"/>
    <p:sldId id="285" r:id="rId3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Relationship Id="rId35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“Nigeria already embraces this at national level — the NCTC’s Whole-of-Government,
Whole-of-Society principle. The North-Central must take it further.”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Collaborative Security — The Proposition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objective is not to militarise society. It is to make society security-conscious, security-connected and resilient.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Military
Alone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Police
Alone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Government
Alone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Communities
Alone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None
Sufficient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ONE
ECOSYSTEM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Collaborative
Security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Collaboration may well be the panacea — the missing architecture — for transforming the region from a theatre of recurring insecurity into a zone of enduring peace, stability, productivity and national cohesion.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and the British Model — Two Lessons in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8880" y="228600"/>
            <a:ext cx="1828800" cy="365760"/>
          </a:xfrm>
          <a:prstGeom prst="rect">
            <a:avLst/>
          </a:prstGeom>
          <a:solidFill>
            <a:srgbClr val="FF2D2D"/>
          </a:solidFill>
          <a:ln>
            <a:solidFill>
              <a:srgbClr val="FF2D2D"/>
            </a:solidFill>
          </a:ln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UPDATED — 28 AUG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17 –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20 –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1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100" b="1">
                <a:solidFill/>
              </a:rPr>
              <a:t>BBC (2025) Yelwata massacre: what we know about the Benue State killings. London: BBC News.</a:t>
            </a:r>
          </a:p>
          <a:p>
            <a:r>
              <a:rPr sz="11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100" b="1">
                <a:solidFill/>
              </a:rPr>
              <a:t>Vatican News (2025) Pope's Angelus address on violence in Nigeria. Vatican City: Vatican News.</a:t>
            </a:r>
          </a:p>
          <a:p>
            <a:r>
              <a:rPr sz="1100"/>
              <a:t>HM Government (2023) CONTEST: The United Kingdom's Strategy for Countering Terrorism. London: Home Office.</a:t>
            </a:r>
          </a:p>
          <a:p>
            <a:r>
              <a:rPr sz="1100"/>
              <a:t>Byman, D. (2011) A High Price: The Triumphs and Failures of Israeli Counterterrorism. Oxford: Oxford University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