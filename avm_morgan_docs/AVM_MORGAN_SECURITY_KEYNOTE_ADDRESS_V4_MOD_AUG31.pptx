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“Nigeria already embraces this at national level — the NCTC’s Whole-of-Government,
Whole-of-Society principle. The North-Central must take it further.”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