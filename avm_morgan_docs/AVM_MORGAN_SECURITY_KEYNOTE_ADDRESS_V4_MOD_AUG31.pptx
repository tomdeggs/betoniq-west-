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3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300" b="1">
                <a:solidFill/>
              </a:rPr>
              <a:t>BBC (2025) Yelwata massacre: what we know about the Benue State killings. London: BBC News.</a:t>
            </a:r>
          </a:p>
          <a:p>
            <a:r>
              <a:rPr sz="13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300" b="1">
                <a:solidFill/>
              </a:rPr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