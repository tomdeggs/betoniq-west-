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4" r:id="rId34"/>
    <p:sldId id="258" r:id="rId4"/>
    <p:sldId id="259" r:id="rId5"/>
    <p:sldId id="260" r:id="rId6"/>
    <p:sldId id="261" r:id="rId7"/>
    <p:sldId id="262" r:id="rId8"/>
    <p:sldId id="263" r:id="rId9"/>
    <p:sldId id="285" r:id="rId3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9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30.xml"/><Relationship Id="rId34" Type="http://schemas.openxmlformats.org/officeDocument/2006/relationships/slide" Target="slides/slide3.xml"/><Relationship Id="rId3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140+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Killed, Plateau State, Dec 2023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59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1,043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Benue, May 2023–2025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1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160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one night — Yelwata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500,182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Displaced, Benue camps, Dec 2024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9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1,378,124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IDPs, NC &amp; NW combined, Oct 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1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9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Charged with terrorism, Yelwata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30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Israeli Model and the British Model — Two Lessons in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 — INTEGRATION AS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NSC fuses intel, political, military &amp; government info into one national assessment
▸  Home Front Command links military capability directly to local authorities
▸  Chain: intelligence → decision → command → local authority → community → response
▸  The citizen is not a victim waiting for government — the citizen IS the architecture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001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2" name="TextBox 19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UNITED KINGDOM — COORDINATION, NOT REPLACEMENT</a:t>
            </a:r>
          </a:p>
        </p:txBody>
      </p:sp>
      <p:sp>
        <p:nvSpPr>
          <p:cNvPr id="1003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CONTEST: Prevent, Pursue, Protect, Prepare — four pillars, one strategy
▸  43 police forces cooperate nationally — capability surges, local ties stay intact
▸  CTOC turns shared intelligence into action faster
▸  Principle: centralise intelligence &amp; standards; decentralise implementation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88880" y="228600"/>
            <a:ext cx="1828800" cy="365760"/>
          </a:xfrm>
          <a:prstGeom prst="rect">
            <a:avLst/>
          </a:prstGeom>
          <a:solidFill>
            <a:srgbClr val="FF2D2D"/>
          </a:solidFill>
          <a:ln>
            <a:solidFill>
              <a:srgbClr val="FF2D2D"/>
            </a:solidFill>
          </a:ln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UPDATED — 28 AUG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NCISRM — FIVE LEVELS, ONE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Level 1: Regional Fusion Centre  •  Level 2: State Coordination Centres  •  Level 3: Local Security Network  •  Level 4: Forest &amp; Rural Layer  •  Level 5: The Citizen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Five levels, one threat picture — from the regional fusion centre
down to the citizen, who must become a sensor in the network,
not simply a casualty statistic.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Role of Veterans — The North-Central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 large pool of experienced retired military, intelligence &amp; police professionals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Contributes intelligence analysis and strategic planning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Delivers training, mentoring and simulation exercises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Strengthens early-warning systems and lessons-learned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Never replaces serving personnel — strengthens the system instead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REGIONAL SECURITY ADVISORY &amp; TRAINING RESERVE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Veteran Reserve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Intel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Strategic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Training &amp; Mentoring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Early Warning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Lessons Learned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Reaction to Prevention — The Fifth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Attack, deploy, fight, withdraw, wait — that is reactive. Information, analysis, early warning, prevention, response, recovery — that is collaborative.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PREVENT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PURSUE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PROTECT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PREPARE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PARTNER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COLLABORATIVE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The Nigerian answer: Israeli integration + Israeli local resilience + British coordination + Nigerian community intelligence — the NCISRM.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23" name="Picture 22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17 –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8" name="Picture 17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20 –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6" name="Picture 15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27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100" b="1">
                <a:solidFill/>
              </a:rPr>
              <a:t>Reuters (2026) Nigeria charges nine men with terrorism over Yelwata massacre. London: Reuters.</a:t>
            </a:r>
          </a:p>
          <a:p>
            <a:r>
              <a:rPr sz="1100" b="1">
                <a:solidFill/>
              </a:rPr>
              <a:t>BBC (2025) Yelwata massacre: what we know about the Benue State killings. London: BBC News.</a:t>
            </a:r>
          </a:p>
          <a:p>
            <a:r>
              <a:rPr sz="1100" b="1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100" b="1">
                <a:solidFill/>
              </a:rPr>
              <a:t>Vatican News (2025) Pope's Angelus address on violence in Nigeria. Vatican City: Vatican News.</a:t>
            </a:r>
          </a:p>
          <a:p>
            <a:r>
              <a:rPr sz="1100"/>
              <a:t>HM Government (2023) CONTEST: The United Kingdom's Strategy for Countering Terrorism. London: Home Office.</a:t>
            </a:r>
          </a:p>
          <a:p>
            <a:r>
              <a:rPr sz="1100"/>
              <a:t>Byman, D. (2011) A High Price: The Triumphs and Failures of Israeli Counterterrorism. Oxford: Oxford University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 b="1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 b="1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 b="1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 b="1">
                <a:solidFill/>
              </a:rPr>
              <a:t>Premium Times (2025) Benue killings: a data investigation, 2023–2025. Abuja: Premium Times.</a:t>
            </a:r>
          </a:p>
          <a:p>
            <a:r>
              <a:rPr sz="1300" b="1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 b="1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30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