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4" r:id="rId34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Relationship Id="rId34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29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27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29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3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300" b="1">
                <a:solidFill/>
              </a:rPr>
              <a:t>BBC (2025) Yelwata massacre: what we know about the Benue State killings. London: BBC News.</a:t>
            </a:r>
          </a:p>
          <a:p>
            <a:r>
              <a:rPr sz="13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300" b="1">
                <a:solidFill/>
              </a:rPr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29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140+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Killed, Plateau State, Dec 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9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1,043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Benue, May 2023–2025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1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160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one night — Yelwata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500,182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Displaced, Benue camps, Dec 2024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9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1,378,124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IDPs, NC &amp; NW combined, Oct 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1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9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Charged with terrorism, Yelwata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