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>
                <a:solidFill/>
              </a:rPr>
              <a:t>Reuters (2026) Nigeria charges nine men with terrorism over Yelwata massacre. London: Reuters.</a:t>
            </a:r>
          </a:p>
          <a:p>
            <a:r>
              <a:rPr sz="1300">
                <a:solidFill/>
              </a:rPr>
              <a:t>BBC (2025) Yelwata massacre: what we know about the Benue State killings. London: BBC News.</a:t>
            </a:r>
          </a:p>
          <a:p>
            <a:r>
              <a:rPr sz="1300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>
                <a:solidFill/>
              </a:rPr>
              <a:t>Premium Times (2025) Benue killings: a data investigation, 2023–2025. Abuja: Premium Times.</a:t>
            </a:r>
          </a:p>
          <a:p>
            <a:r>
              <a:rPr sz="1300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