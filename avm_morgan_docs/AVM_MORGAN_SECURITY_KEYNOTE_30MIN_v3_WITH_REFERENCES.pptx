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D4AF37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Amnesty International (2024) Nigeria: scores killed in coordinated Plateau State attacks. London: Amnesty International.</a:t>
            </a:r>
          </a:p>
          <a:p>
            <a:r>
              <a:rPr sz="1300"/>
              <a:t>Reuters (2026) Nigeria charges nine men with terrorism over Yelwata massacre. London: Reuters.</a:t>
            </a:r>
          </a:p>
          <a:p>
            <a:r>
              <a:rPr sz="1300"/>
              <a:t>BBC (2025) Yelwata massacre: what we know about the Benue State killings. London: BBC News.</a:t>
            </a:r>
          </a:p>
          <a:p>
            <a:r>
              <a:rPr sz="1300"/>
              <a:t>NPR (2025) Pope Leo prays for victims of Nigeria massacre at Sunday Angelus. Washington DC: National Public Radio.</a:t>
            </a:r>
          </a:p>
          <a:p>
            <a:r>
              <a:rPr sz="1300"/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International Organization for Migration (2025) Displacement Tracking Matrix: North-Central and North-West Nigeria. Geneva: IOM.</a:t>
            </a:r>
          </a:p>
          <a:p>
            <a:r>
              <a:rPr sz="1300"/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/>
              <a:t>United Nations Peacebuilding Support Office (2025) Nigeria peacebuilding fund report. New York: UN Peacebuilding.</a:t>
            </a:r>
          </a:p>
          <a:p>
            <a:r>
              <a:rPr sz="1300"/>
              <a:t>Channels Television (2024) Mangu attacks: death toll rises in renewed Plateau violence. Lagos: Channels Television.</a:t>
            </a:r>
          </a:p>
          <a:p>
            <a:r>
              <a:rPr sz="1300"/>
              <a:t>Premium Times (2025) Benue killings: a data investigation, 2023–2025. Abuja: Premium Times.</a:t>
            </a:r>
          </a:p>
          <a:p>
            <a:r>
              <a:rPr sz="1300"/>
              <a:t>National Assembly of Nigeria (2026) Constitution of the Federal Republic of Nigeria (Alteration) (State Police) Bill, 2026. Abuja: National Assembly.</a:t>
            </a:r>
          </a:p>
          <a:p>
            <a:r>
              <a:rPr sz="1300"/>
              <a:t>Kaduna State Government and Katsina State Government (2025) Early Warning and Early Response System: outcomes report. Kaduna/Katsina: State Governments.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