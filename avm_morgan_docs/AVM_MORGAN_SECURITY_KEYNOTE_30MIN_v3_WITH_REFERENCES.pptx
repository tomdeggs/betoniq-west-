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Analyse and prevent repetition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7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Displacement concentrations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Community Reps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Closer to community = faster warning &amp; response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Legislative &amp;
judicial oversight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“Morale is a combat capability.”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06:00 – 12:00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18:00 – 00:00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FFFFFF"/>
                </a:solidFill>
                <a:latin typeface="Calibri"/>
              </a:rPr>
              <a:t>Security never sleeps simply because government offices have closed.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 </a:t>
            </a:r>
            <a:r>
              <a:rPr sz="1300">
                <a:solidFill>
                  <a:srgbClr val="FFFFFF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 </a:t>
            </a:r>
            <a:r>
              <a:rPr sz="1300">
                <a:solidFill>
                  <a:srgbClr val="FFFFFF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6.  </a:t>
            </a:r>
            <a:r>
              <a:rPr sz="1300">
                <a:solidFill>
                  <a:srgbClr val="FFFFFF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8.  </a:t>
            </a:r>
            <a:r>
              <a:rPr sz="1300">
                <a:solidFill>
                  <a:srgbClr val="FFFFFF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10.  </a:t>
            </a:r>
            <a:r>
              <a:rPr sz="1300">
                <a:solidFill>
                  <a:srgbClr val="FFFFFF"/>
                </a:solidFill>
              </a:rPr>
              <a:t>Publish measurable security indicators quarterly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Rapid-Response Philosophy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Professional Standard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Networks dismantled via arrests &amp; prosecution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Amnesty International (2024) Nigeria: scores killed in coordinated Plateau State attacks. London: Amnesty International.</a:t>
            </a:r>
          </a:p>
          <a:p>
            <a:r>
              <a:rPr sz="1300"/>
              <a:t>Reuters (2026) Nigeria charges nine men with terrorism over Yelwata massacre. London: Reuters.</a:t>
            </a:r>
          </a:p>
          <a:p>
            <a:r>
              <a:rPr sz="1300"/>
              <a:t>BBC (2025) Yelwata massacre: what we know about the Benue State killings. London: BBC News.</a:t>
            </a:r>
          </a:p>
          <a:p>
            <a:r>
              <a:rPr sz="1300"/>
              <a:t>NPR (2025) Pope Leo prays for victims of Nigeria massacre at Sunday Angelus. Washington DC: National Public Radio.</a:t>
            </a:r>
          </a:p>
          <a:p>
            <a:r>
              <a:rPr sz="1300"/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International Organization for Migration (2025) Displacement Tracking Matrix: North-Central and North-West Nigeria. Geneva: IOM.</a:t>
            </a:r>
          </a:p>
          <a:p>
            <a:r>
              <a:rPr sz="1300"/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/>
              <a:t>United Nations Peacebuilding Support Office (2025) Nigeria peacebuilding fund report. New York: UN Peacebuilding.</a:t>
            </a:r>
          </a:p>
          <a:p>
            <a:r>
              <a:rPr sz="1300"/>
              <a:t>Channels Television (2024) Mangu attacks: death toll rises in renewed Plateau violence. Lagos: Channels Television.</a:t>
            </a:r>
          </a:p>
          <a:p>
            <a:r>
              <a:rPr sz="1300"/>
              <a:t>Premium Times (2025) Benue killings: a data investigation, 2023–2025. Abuja: Premium Times.</a:t>
            </a:r>
          </a:p>
          <a:p>
            <a:r>
              <a:rPr sz="1300"/>
              <a:t>National Assembly of Nigeria (2026) Constitution of the Federal Republic of Nigeria (Alteration) (State Police) Bill, 2026. Abuja: National Assembly.</a:t>
            </a:r>
          </a:p>
          <a:p>
            <a:r>
              <a:rPr sz="1300"/>
              <a:t>Kaduna State Government and Katsina State Government (2025) Early Warning and Early Response System: outcomes report. Kaduna/Katsina: State Governments.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