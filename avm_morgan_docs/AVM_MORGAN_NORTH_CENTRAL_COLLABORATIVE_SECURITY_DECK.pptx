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00584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7589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BACC6"/>
                </a:solidFill>
              </a:rPr>
              <a:t>COLLABORATIVE APPROACHES TO</a:t>
            </a:r>
          </a:p>
          <a:p>
            <a:r>
              <a:rPr sz="4000" b="1">
                <a:solidFill>
                  <a:srgbClr val="FFFFFF"/>
                </a:solidFill>
              </a:rPr>
              <a:t>STRENGTHENING SECURITY</a:t>
            </a:r>
          </a:p>
          <a:p>
            <a:r>
              <a:rPr sz="4000" b="1">
                <a:solidFill>
                  <a:srgbClr val="F79646"/>
                </a:solidFill>
              </a:rPr>
              <a:t>IN NORTH CENTRAL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E8ECF1"/>
                </a:solidFill>
              </a:rPr>
              <a:t>A Keynote Address — Devolution, Forest Guards, and State Policing as a Layered Security Framework</a:t>
            </a:r>
          </a:p>
          <a:p>
            <a:r>
              <a:rPr sz="1200">
                <a:solidFill>
                  <a:srgbClr val="8A96A8"/>
                </a:solidFill>
              </a:rPr>
              <a:t>BETONIQ WEST LTD — Strategic Briefing Series | Prepared August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Address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Why North Central Nigeria is structurally vulnerable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Collaboration already at work on the ground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The case for devolving security authority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The state police debate — reform with safeguards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Forest guards — impact, scale, and risk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Five policy priorities for durable peace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Opening Remarks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</a:rPr>
              <a:t>Your Excellencies, Governors, security chiefs, traditional rulers, and distinguished stakeholders — I am honoured to address a subject that concerns the survival, unity, and future of Nigeria.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</a:rPr>
              <a:t>Our subject is deliberately framed as collaborative — because banditry, kidnapping, farmer-herder violence, and forest-based criminality cannot be solved by any single institution acting alone.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</a:rPr>
              <a:t>It requires communities, local governments, states, and federal agencies working inside one coordinated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Introduction: A Reinforcing Threat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North Central Nigeria is one of the country's most contested security spaces — not because of one threat, but because multiple threats reinforce each other.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Banditry, kidnapping, farmer-herder violence, rural criminality, forest hideouts, and weak response capacity feed into one another.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The lesson from Kwara, Benue, Niger, and Kaduna is simple: no single institution can secure this region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Why North Central Is Vulnerable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Vast forest corridors, border communities, and hard-to-reach villages create ideal terrain for criminal groups to move, hide, and strike.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Thin state presence and delayed government response turn these spaces into safe havens.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These are not isolated events — they are signs that security architecture must move closer to the people and adapt to local terrain.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Case Study: The Kwara Twin Attack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Reuters reported a twin attack in Kwara State in May 2026: gunmen struck a police station and a traditional ruler's palace, abducting at least ten people.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The response drew on the military, forest guards, and local vigilantes searching nearby forests and suspected hideouts.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This is the pattern across the region: forest guards killed, kidnap victims rescued, communities relying on joint operations of hunters, vigilantes, police, DSS, and soldiers.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States Are Already Carrying the 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In March 2026, the Presidency and Benue authorities deepened collaboration to confront banditry and farmer-herder violence.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That collaboration is essential — but it also proves states already carry much of the operational burden without controlling the structure needed to respond decisively.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Niger and Kaduna are deepening local recruitment and deployment of forest guards, confirming subnational action is no longer optional.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Collaboration on the 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The most effective responses in North Central are already collaborative — even if informally so.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Communities alert hunters, vigilantes, and local leaders; intelligence flows to police or the military; joint patrols attempt rescues or forest sweeps.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This is the security model actually working on the ground — combining local knowledge with formal force.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Kwara: Community Structures at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Community security structures in Kwara have become more active in intelligence gathering, conflict prevention, and communication with agencies.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This local vigilance is the frontline reality of security in the state — not a theoretical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Cost of the Frontline: Koro, Ekiti LGA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In Koro, Ekiti Local Government Area of Kwara State, forest guards were involved in operations against armed attackers.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A forest guard, Omotosho Olawuyi Samuel, died in a courageous confrontation with suspected kidnappers in February 2026.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Governor AbdulRahman AbdulRazaq mourned the loss and announced ₦10 million in support for the family — a reminder of the human cost of frontline local security.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Yaru, Ifelodun LGA: A Repelled Abduction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In Yaru community, Ifelodun Local Government Area, bandits attempted to abduct a traditional ruler.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A joint team of local hunters, vigilantes, and military personnel reportedly repelled the attackers before the abduction could succeed.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This is what a functioning, layered local response looks like in practice.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Ekiti LGA: Nine Rescued, Three Bandits Killed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A joint operation involving forest guards, the DSS, local hunters, and vigilantes rescued nine kidnapped victims and killed three suspected bandits in Kwara State.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The operation is a clear demonstration of what coordinated, multi-agency local response can achieve when properly resourced.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Benue &amp; Plateau: Vigilance as Early Warning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A North-Central conflict report found vigilante groups in Mangu LGA (Plateau State) and Otukpo LGA (Benue State) identifying suspicious activity and conducting raids on drug 'jungles.'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These groups function as early-warning systems precisely because criminal networks thrive where communities are isolated from the state.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This vigilance is only sustainable if governments formalize training, oversight, and coordination.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Case for Devolving Security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p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Centralized policing has not produced enough speed, local intelligence, or accountability in remote parts of this region.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States are already funding forest guards, supporting vigilantes, and coordinating local operations — the legal framework must catch up with reality.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This is not about weakening national unity. It is about making security responsive to local conditions.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Why State-Level Policing Makes Sense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State-level policing lets governors respond faster to threats in their own territory and deploy officers more strategically.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It protects critical areas — forest belts, border communities, farming corridors — with officers who know the terrain.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A community in Ifelodun or Kwande does not need a distant command structure; it needs officers who can act before attackers disappear into the bush.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Local Governments: From Spectators to Partners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Local governments are closest to market routes, rural schools, forests, water points, and inter-communal flashpoints.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Too often they are treated as administrative spectators rather than active security partners.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Supporting surveillance, logistics, communication, and mediation would make them essential nodes in prevention, not passive recipients of federal reports.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Communities Need Legally Recognized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2000">
                <a:solidFill>
                  <a:srgbClr val="F79646"/>
                </a:solidFill>
              </a:rPr>
              <a:t>›  </a:t>
            </a:r>
            <a:r>
              <a:rPr sz="2000" b="0" i="0">
                <a:solidFill>
                  <a:srgbClr val="FFFFFF"/>
                </a:solidFill>
              </a:rPr>
              <a:t>Communities should have legally recognized structures for intelligence sharing, neighbourhood watch, mediation, and emergency response.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2000">
                <a:solidFill>
                  <a:srgbClr val="F79646"/>
                </a:solidFill>
              </a:rPr>
              <a:t>›  </a:t>
            </a:r>
            <a:r>
              <a:rPr sz="2000" b="0" i="0">
                <a:solidFill>
                  <a:srgbClr val="FFFFFF"/>
                </a:solidFill>
              </a:rPr>
              <a:t>They are the first to notice danger — and the first to suffer when the system fails.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State Police Debate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ga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State policing is one of the most important reforms under discussion, especially for North Central Nigeria.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Policy analysis argues Nigeria's national security emergency will not produce durable peace unless paired with state policing reform and the institutional deployment of forest guards.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National police structures are too centralized for the scale and speed of Nigeria's local insecurity, especially in forested rural areas.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State Police — With Safeguards, Not Without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ga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Policy recommendations emphasize enforceable federal standards, mandatory intelligence sharing, and independent oversight.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This prevents state police from becoming tools of political intimidation or abuse.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Done properly, state policing strengthens community confidence and enables tailored responses to herder-farmer conflict, kidnapping corridors, and forest crime.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Forest Guards: Scale and Early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617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The forest guard initiative moved into full operational status in early 2026, with guards recruited locally into forested and ungoverned spaces.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Kaduna graduated 1,101 armed forest guards to strengthen surveillance, intelligence gathering, and rapid response.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 b="0" i="0">
                <a:solidFill>
                  <a:srgbClr val="FFFFFF"/>
                </a:solidFill>
              </a:rPr>
              <a:t>Niger recruited its first batch of forest guards across all 25 local government areas; Kwara deployed guards to the Kaiama–Patigi–Edu–Ifelodun–Ekiti forest belt.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Model's Risk — and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617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Forest guards have themselves been targeted and killed — a direct danger of deploying lightly protected local personnel into high-risk zones.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The answer is not to abandon the initiative, but to professionalize it: training, communications equipment, welfare support, intelligence integration, clear rules of engagement.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Forest guards must be part of a broader ecosystem with state police, local councils, hunters, vigilantes, and federal agencies — not a symbolic fix.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Five Policy Priorities — Part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ga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1. Constitutional and legal reform to formalize state policing under enforceable national standards.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2. A formal community security framework recognizing vigilance groups, traditional rulers, youth associations, and farmer organizations as intelligence partners.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3. Investment in forest-security infrastructure: posts, drones, communications, patrol vehicles, and mapping of high-risk corridors in Kwara, Benue, Niger, and Kaduna.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Five Policy Priorities — Part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ga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4. Rural development — insecurity spreads faster where schools close, farms are abandoned, and roads are unsafe. Over 125 schools reopened in Kaduna after improved security.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 b="0" i="0">
                <a:solidFill>
                  <a:srgbClr val="FFFFFF"/>
                </a:solidFill>
              </a:rPr>
              <a:t>5. Structured intergovernmental coordination — the Presidency, governors, local governments, and traditional rulers meeting routinely to review threats and share intelligence.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Conclusion: Trust the People Closest to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92024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North Central Nigeria needs a security architecture built on collaboration, not centralization alone.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The path forward: devolve more powers to states, give local governments a defined role, formally integrate communities into early-warning systems, and implement state policing with strong safeguards.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 b="0" i="0">
                <a:solidFill>
                  <a:srgbClr val="FFFFFF"/>
                </a:solidFill>
              </a:rPr>
              <a:t>The forest guard initiative is promising — it must be strengthened, not treated as a substitute for deeper reform.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2011680" cy="508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4864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Channels Television (2026) 'Kaduna graduates 1,101 armed forest guards to boost security in rural communities', Channels TV, 1 August.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Guardian (2026) 'Joint security forces kill three bandits, rescue nine kidnap victims in Kwara', The Guardian Nigeria.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Guardian (2026) 'Experts back state policing, forest guards to maintain peace', The Guardian Nigeria.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Nextier (2025) Beyond Boots on the Ground: Nextier SPD Policy Weekly, 19 December.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PRNigeria (2026) 'DSS, forest guards rescue nine hostages, kill three bandits in Kwara', PRNigeria, 30 July.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Premium Times (2026) 'Forest guard trainees getting ready to secure Niger State's forests', Premium Times, North Central desk.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Reuters (2026) 'Gunmen abduct 25 people in twin attacks in Nigeria's Kwara state, police say', Reuters, 25 May.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SPRING Nigeria (2026) Drugs and Violent Conflicts in North-Central Nigeria: Full Report.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TVC News (2026) 'AbdulRazaq mourns slain forest guard, announces N10m support for family', TVC News.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>
                <a:solidFill>
                  <a:srgbClr val="E8ECF1"/>
                </a:solidFill>
              </a:rPr>
              <a:t>Vanguard (2026) 'Presidency, Benue Police team up to crush banditry, restore community peace', Vanguard, March.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APPROACHES — NORTH CENTRAL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