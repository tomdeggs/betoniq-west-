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🔩  ChipLink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22D3EE"/>
                </a:solidFill>
              </a:defRPr>
            </a:pPr>
            <a:r>
              <a:t>Fabless mature-node chip sourcing and design brokerage.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AA4BD"/>
                </a:solidFill>
              </a:defRPr>
            </a:pPr>
            <a:r>
              <a:t>Zeropay Digital Services Ltd — UK subsidiary of BETONIQ WEST LTD (RC 1496603)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BBF24"/>
                </a:solidFill>
              </a:defRPr>
            </a:pPr>
            <a:r>
              <a:t>A handful of companies control the world's advanced semiconductor supply. Leading-edge fabrication (below 7nm) requires ASML EUV lithography tooling, export-controlled to a small number of countries and costing $10-20 billion+ per fab — but the mature-node tier (28nm and above) remains open to new entrants.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Small and mid-sized hardware manufacturers, including African fintech and IoT makers, are frequently locked out of chip supply by minimum-order-quantity thresholds and broker markups, even for mature-node components that do not require cutting-edge fabrication.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RFQ marketplace lets a buyer submit a chip specification and quantity; verified mature-node foundries and OSAT partners bid competitively and transparently.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Order-pooling engine aggregates volume across multiple small buyers with compatible specifications to collectively reach a foundry's minimum-order-quantity threshold.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Fabless design-support layer helps a buyer without in-house chip expertise translate a product requirement into a manufacturable specification.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Explicit scope boundary: mature-node (28nm+) sourcing and OSAT packaging/testing only — no leading-edge fabrication.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Core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Buyer — Hardware manufacturer submitting a chip specification and required volume.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ChipSpec — Technical specification: process node, package type, functional requirements.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FoundryPartner — Verified mature-node foundry or OSAT partner, capacity and lead time.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RFQ — Request-for-quote record with competing bids from foundry partners.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OrderPool — Aggregated volume from multiple buyers pooled to reach a foundry's minimum order quantity.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Security, Privacy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Buyer chip specifications treated as confidential; visible only to bidding foundry partners under a standard non-disclosure framework.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Foundry partner verification process to guard against counterfeit or non-compliant component sourcing.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Order-pooling logic ensures no single pooled buyer can see another pooled buyer's full specification or pricing terms.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Market Opportunity &amp; Funder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Mature-node semiconductor market alone exceeds $60B annually. Target beachhead: African/Middle-Eastern fintech and IoT hardware makers currently priced out by MOQ thresholds.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Fits industrial policy and supply-chain resilience funding: US CHIPS Act adjacent programs, EU Chips Act supply-chain diversification funds, India Semicon Mission, and African Union/AfDB regional value-chain development grants.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D3EE"/>
                </a:solidFill>
              </a:defRPr>
            </a:pPr>
            <a:r>
              <a:t>$200,000 grant to build RFQ marketplace + onboard first 10 verified mature-node foundry/OSAT partners, 12 months.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CDDFF"/>
                </a:solidFill>
              </a:defRPr>
            </a:pPr>
            <a:r>
              <a:t>Tom Ugbodaga — Shareholder &amp; CEO</a:t>
            </a:r>
          </a:p>
          <a:p>
            <a:pPr>
              <a:spcAft>
                <a:spcPts val="1000"/>
              </a:spcAft>
              <a:defRPr sz="1300">
                <a:solidFill>
                  <a:srgbClr val="CCDDFF"/>
                </a:solidFill>
              </a:defRPr>
            </a:pPr>
            <a:r>
              <a:t>MSc Computer Systems Security (University of Gloucestershire, England, 2011)</a:t>
            </a:r>
          </a:p>
          <a:p>
            <a:pPr>
              <a:spcAft>
                <a:spcPts val="1000"/>
              </a:spcAft>
              <a:defRPr sz="1300">
                <a:solidFill>
                  <a:srgbClr val="CCDDFF"/>
                </a:solidFill>
              </a:defRPr>
            </a:pPr>
            <a:r>
              <a:t>https://www.linkedin.com/in/tom-deggs-ugbodaga-2306692bb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