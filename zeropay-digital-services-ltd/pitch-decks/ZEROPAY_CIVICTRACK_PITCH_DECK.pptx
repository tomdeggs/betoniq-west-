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🏛  CivicTrack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2D3EE"/>
                </a:solidFill>
              </a:defRPr>
            </a:pPr>
            <a:r>
              <a:t>Transparent digital tracking for public service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BD"/>
                </a:solidFill>
              </a:defRPr>
            </a:pPr>
            <a:r>
              <a:t>Zeropay Digital Services Ltd — UK subsidiary of BETONIQ WEST LTD (RC 1496603)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BBF24"/>
                </a:solidFill>
              </a:defRPr>
            </a:pPr>
            <a:r>
              <a:t>Corruption is estimated to drain over $3.6 trillion from the global economy every year (UNODC), much of it extracted through delay and informal 'facilitation fees' in basic public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Citizens applying for permits, identity documents, and licenses frequently face undocumented delay, creating the exact conditions in which informal payment is solicited to 'speed up' a process. Without a visible, timestamped status trail, there is no accountability mechanism for either the citizen or the reviewing officer.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Every submission generates an immutable, timestamped reference number visible to the applicant instantly.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Agency-side dashboard restricts status changes to authenticated staff, each change hash-chained to the prior state for tamper evidence.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Aggregate average-processing-time analytics published per service type and per agency, creating public accountability pressure.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SMS/USSD status-check fallback for applicants without smartphone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Applicant — Citizen identity, submitted requests, contact channel.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ServiceRequest — Request type, reference number, current status, submission date.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Agency — Government department/office handling a request type.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StatusUpdate — Timestamped state change, responsible officer, optional note.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Security, 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Hash-chained status history makes retroactive tampering with the audit trail detectable.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Officer-level access logging tied to individual staff accounts, not shared logins.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Citizen data handled under data-minimization principles appropriate to public-sector deployments.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Market Opportunity &amp; Funder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GovTech spend forecast to exceed $1 trillion globally by 2030 (World Bank). Target beachhead: state-level permit/licensing agencies in Nigeria.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Directly aligned to GovTech and anti-corruption funding lines: World Bank GovTech Global Partnership, Open Government Partnership grants, EU Digital Europe Programme, and USAID/DFID public-sector digitization funds.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D3EE"/>
                </a:solidFill>
              </a:defRPr>
            </a:pPr>
            <a:r>
              <a:t>$120,000 pilot grant for one state-level agency deployment (permits + ID renewal), 12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Tom Ugbodaga — Shareholder &amp; CEO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MSc Computer Systems Security (University of Gloucestershire, England, 2011)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https://www.linkedin.com/in/tom-deggs-ugbodaga-2306692bb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