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🏢  BETONIQ INVEST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22D3EE"/>
                </a:solidFill>
              </a:defRPr>
            </a:pPr>
            <a:r>
              <a:t>Cross-border real estate investment marketplace with built-in feasibility scoring and compliance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AA4BD"/>
                </a:solidFill>
              </a:defRPr>
            </a:pPr>
            <a:r>
              <a:t>Zeropay Digital Services Ltd — UK subsidiary of BETONIQ WEST LTD (RC 1496603)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BBF24"/>
                </a:solidFill>
              </a:defRPr>
            </a:pPr>
            <a:r>
              <a:t>The African diaspora alone remits over $95 billion a year to Sub-Saharan Africa (World Bank), and Africa's real estate investment gap is estimated in the hundreds of billions of dollars — yet almost none of that diaspora capital flows through structured, vetted, transparent investment vehicles.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Diaspora and international investors who want exposure to emerging-market real estate face a severe information gap: no independent feasibility scoring, no visible regulatory/compliance status, and no standardized way to compare competing projects across countries. Meanwhile, credible local developers struggle to reach global capital because they have no trust-building, investor-grade presentation layer. BETONIQ INVEST closes both gaps in a single marketplace.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Feasibility scoring engine combines market-demand, location, and financial-viability sub-scores into one overall investability score per project.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Compliance verification layer cross-references every listed project against its regulatory body and license status before it can go live or be marked featured.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Country macro-data dashboard surfaces real-time GDP growth, inflation, FX rate, and political-stability context alongside every project, so an investor never has to research a market blind.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Tiered developer-listing model (listing fee + success fee on capital raised) gives the platform a sustainable revenue model independent of any investor-side fee.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Core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RealEstateProject — Project details, developer, country/region, total value, minimum investment, target ROI, equity/financing terms.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Investor — Investor profile, KYC/accreditation status, risk appetite, preferred regions, portfolio size.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Investment — Individual investment record: amount, equity/profit-share %, status, expected vs actual return.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FeasibilityStudy — Independent viability scoring: market demand, location, financial viability, ROI/IRR/NPV, overall score.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ComplianceRecord — Regulatory body, license number, verification status and expiry per project.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CountryMacroData — GDP growth, inflation, FX rate, political stability, and regulatory environment context per country.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DeveloperListing — Developer onboarding: listing tier, listing fee, success fee %, total raised.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Security, Privacy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KYC/accreditation status gates access to higher-tier investment opportunities, keeping unverified users on browse-only access.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A project cannot be marked verified or featured until its ComplianceRecord shows an active, cross-referenced license from the named regulatory body.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Investor personal and portfolio data is kept separate from public project-browsing data, with role-based access for developers vs investors vs admin.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Market Opportunity &amp; Funder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Global proptech market projected to exceed $86B by 2032; African real estate investment gap estimated in the hundreds of billions of dollars. Target beachhead: UK/US/EU-based Nigerian and broader African diaspora investors seeking vetted home-market real estate exposure.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Fits fintech/proptech innovation and diaspora-investment funding lines: IFC/World Bank private-sector development programs, UK FCA and CBN regulatory sandbox tracks, EU digital-finance innovation calls, and diaspora-bond-adjacent development finance initiatives.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D3EE"/>
                </a:solidFill>
              </a:defRPr>
            </a:pPr>
            <a:r>
              <a:t>$250,000 seed extension to scale investor acquisition and developer onboarding across 3 target markets (Nigeria, UK diaspora corridor, UAE), 12 months.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CDDFF"/>
                </a:solidFill>
              </a:defRPr>
            </a:pPr>
            <a:r>
              <a:t>Tom Ugbodaga — Shareholder &amp; CEO</a:t>
            </a:r>
          </a:p>
          <a:p>
            <a:pPr>
              <a:spcAft>
                <a:spcPts val="1000"/>
              </a:spcAft>
              <a:defRPr sz="1300">
                <a:solidFill>
                  <a:srgbClr val="CCDDFF"/>
                </a:solidFill>
              </a:defRPr>
            </a:pPr>
            <a:r>
              <a:t>MSc Computer Systems Security (University of Gloucestershire, England, 2011)</a:t>
            </a:r>
          </a:p>
          <a:p>
            <a:pPr>
              <a:spcAft>
                <a:spcPts val="1000"/>
              </a:spcAft>
              <a:defRPr sz="1300">
                <a:solidFill>
                  <a:srgbClr val="CCDDFF"/>
                </a:solidFill>
              </a:defRPr>
            </a:pPr>
            <a:r>
              <a:t>https://www.linkedin.com/in/tom-deggs-ugbodaga-2306692bb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