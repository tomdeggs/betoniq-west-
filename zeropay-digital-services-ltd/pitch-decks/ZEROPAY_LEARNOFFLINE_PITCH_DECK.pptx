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📘  LearnOffline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2D3EE"/>
                </a:solidFill>
              </a:defRPr>
            </a:pPr>
            <a:r>
              <a:t>Offline-capable, curriculum-adaptive AI tutor for low-connectivity schools.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4BD"/>
                </a:solidFill>
              </a:defRPr>
            </a:pPr>
            <a:r>
              <a:t>Zeropay Digital Services Ltd — UK subsidiary of BETONIQ WEST LTD (RC 1496603)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BBF24"/>
                </a:solidFill>
              </a:defRPr>
            </a:pPr>
            <a:r>
              <a:t>617 million children and adolescents worldwide are not achieving minimum proficiency in reading or mathematics, many without ever having access to a qualified teacher (UNESCO).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Rural and low-income schools frequently face teacher shortages and unreliable internet access, both of which compound learning loss. Existing ed-tech solutions largely assume constant connectivity, excluding exactly the students who need the most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Lesson packs download once over any available connection, then operate with zero ongoing internet dependency.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Adaptive-difficulty engine adjusts question pacing per student based on demonstrated mastery, functioning entirely on-device.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Background sync protocol uploads progress automatically the instant connectivity is detected, with conflict-safe merge logic.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Curriculum mapping layer allows content to be aligned to a selected national or regional syllabus.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Student — Learner profile, grade level, assigned curriculum.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Lesson — Curriculum-aligned content unit, downloaded for fully offline use.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ProgressRecord — Mastery score per lesson/topic, timestamped, queued for sync.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School — Institution profile, licensing tier, enrolled students.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Security, Privacy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Student data stored locally on-device until sync, minimizing exposure during offline periods.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School-level access controls ensure teachers only see their own enrolled students' progress.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No third-party advertising or data-resale — education data used solely for learning-outcome purposes.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Market Opportunity &amp; Funder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Global ed-tech market projected to exceed $404B by 2030. Target beachhead: 5,000 under-resourced rural primary schools across Nigeria.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Strong fit for education innovation funding: UNESCO/UNICEF EdTech innovation funds, EU Erasmus+ digital education calls, GPE (Global Partnership for Education), and national ministry of education digital learning grants.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D3EE"/>
                </a:solidFill>
              </a:defRPr>
            </a:pPr>
            <a:r>
              <a:t>$140,000 grant to deploy offline tutor packs across 50 rural schools, 12-month pilot with UNESCO-aligned outcome measurement.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Tom Ugbodaga — Shareholder &amp; CEO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MSc Computer Systems Security (University of Gloucestershire, England, 2011)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https://www.linkedin.com/in/tom-deggs-ugbodaga-2306692bb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