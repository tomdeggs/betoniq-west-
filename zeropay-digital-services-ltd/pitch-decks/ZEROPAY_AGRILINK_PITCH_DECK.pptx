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🌾  AgriLink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2D3EE"/>
                </a:solidFill>
              </a:defRPr>
            </a:pPr>
            <a:r>
              <a:t>Real-time farmer-to-buyer and cold-chain logistics marketplace.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4BD"/>
                </a:solidFill>
              </a:defRPr>
            </a:pPr>
            <a:r>
              <a:t>Zeropay Digital Services Ltd — UK subsidiary of BETONIQ WEST LTD (RC 1496603)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BBF24"/>
                </a:solidFill>
              </a:defRPr>
            </a:pPr>
            <a:r>
              <a:t>1.3 billion tonnes of food — roughly one third of everything the world produces — is lost or wasted every year, while 733 million people go hungry (FAO/UNEP data).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Smallholder farmers in emerging markets routinely lose 30-40% of harvested crops before reaching a buyer, due to the absence of real-time market information, unreliable transport coordination, and multiple unnecessary broker layers that both delay sale and depress farmer income. AgriLink removes the information and logistics gap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Geolocation-ranked matching engine surfaces nearby listings to buyers and available trucks in real time.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Lightweight mobile-first client designed for low-end Android devices and intermittent connectivity.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Freshness-window scoring de-prioritizes listings approaching spoilage risk to encourage fast matching.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In-app deal confirmation replaces informal broker negotiation with a timestamped digital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Farmer — Profile, location, active crop listings, verified transaction history.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CropListing — Crop type, quantity, harvest date, asking price, freshness window.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Buyer — Verified buyer/aggregator profile and purchase history.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LogisticsTruck — Real-time location, capacity, cold-chain capability, availability.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Transaction — Confirmed deal record: price, quantity, pickup time, settlement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Security, Privacy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Farmer and buyer personal data minimized to what is operationally necessary (name, phone, location).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Transaction history immutable once confirmed, to support dispute resolution and lender credit assessments.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Role-based access ensures buyers cannot see other buyers' bid data (sealed-bid style fairness).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Market Opportunity &amp; Funder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Global agri-supply-chain software market projected to exceed $28B by 2030. Target beachhead: 2.5 million smallholder farmers across Nigeria's northern grain belt.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Strong fit for agri-tech and food-security grant lines: IFAD Agri-Tech innovation funds, GSMA AgriTech Innovation Fund, EU Horizon Europe Food Systems calls, and national agriculture ministry digitization grants.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D3EE"/>
                </a:solidFill>
              </a:defRPr>
            </a:pPr>
            <a:r>
              <a:t>$150,000 seed grant to fund 12-month pilot across 3 Nigerian states (500 farmers, 50 buyers, 20 logistics partners).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Tom Ugbodaga — Shareholder &amp; CEO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MSc Computer Systems Security (University of Gloucestershire, England, 2011)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https://www.linkedin.com/in/tom-deggs-ugbodaga-2306692bb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