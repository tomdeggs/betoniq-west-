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80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🩺  TriageAI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2D3EE"/>
                </a:solidFill>
              </a:defRPr>
            </a:pPr>
            <a:r>
              <a:t>SMS/USSD symptom triage, clinic routing, and blood-panel risk screening.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4BD"/>
                </a:solidFill>
              </a:defRPr>
            </a:pPr>
            <a:r>
              <a:t>Zeropay Digital Services Ltd — UK subsidiary of BETONIQ WEST LTD (RC 1496603)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BBF24"/>
                </a:solidFill>
              </a:defRPr>
            </a:pPr>
            <a:r>
              <a:t>Millions of people die annually from cancers that are highly treatable when caught early, yet roughly half the world's population lacks access to basic diagnostic services (WHO).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In low-connectivity and low-income regions, patients often have no accessible way to determine whether a symptom warrants urgent care, and existing blood test results are frequently filed without being reviewed for early risk markers due to clinician time pressure. TriageAI addresses both the front-door triage gap and the underused-data gap.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SMS/USSD gateway enables symptom intake with zero smartphone or data requirement.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Rule-based classifier maps reported symptoms to an urgency tier and routes to the nearest capable clinic.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Premium blood-panel module compares patient-entered marker values against established clinical reference ranges and flags out-of-range results for specialist follow-up.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All risk-flag outputs are explicitly labeled as a screening aid, never a diagnosis — by design, to remain outside full medical-device regulatory classification while still delivering real triage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Core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Patient — Anonymized or consented patient profile and contact channel.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SymptomReport — Reported symptoms, urgency classification, timestamp.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ClinicDirectory — Verified clinic locations, capacity, contact details.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BloodPanelUpload — Patient-entered blood marker values (CBC, PSA, CEA, CA-125, AFP, etc.).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 RiskFlag — Rule-based/ML-assisted flag against reference ranges, always paired with a specialist-referral disclaimer.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Security, Privacy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Health data encrypted at rest and in transit; access scoped strictly to the reporting patient and their nominated clinic.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No blood-panel data used for anything beyond generating the immediate risk-flag output — no secondary use without explicit consent.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•  Clear regulatory positioning as clinical decision support / screening aid, distinct from a diagnostic medical device, to align with a realistic and lawful path to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D3EE"/>
                </a:solidFill>
              </a:defRPr>
            </a:pPr>
            <a:r>
              <a:t>Market Opportunity &amp; Funder 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Digital health market in Sub-Saharan Africa projected to reach $3.5B by 2030. Target beachhead: rural primary health centres lacking specialist access.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Strong fit for global health innovation funding: Gates Foundation Global Health Discovery, WHO digital health initiatives, EU Horizon Europe Health cluster, and national ministry of health digital triage programs.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D3EE"/>
                </a:solidFill>
              </a:defRPr>
            </a:pPr>
            <a:r>
              <a:t>$180,000 grant to deploy SMS/USSD triage across 100 rural clinics + blood-panel screening pilot, 12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8046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Tom Ugbodaga — Shareholder &amp; CEO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MSc Computer Systems Security (University of Gloucestershire, England, 2011)</a:t>
            </a:r>
          </a:p>
          <a:p>
            <a:pPr>
              <a:spcAft>
                <a:spcPts val="1000"/>
              </a:spcAft>
              <a:defRPr sz="1300">
                <a:solidFill>
                  <a:srgbClr val="CCDDFF"/>
                </a:solidFill>
              </a:defRPr>
            </a:pPr>
            <a:r>
              <a:t>https://www.linkedin.com/in/tom-deggs-ugbodaga-2306692bb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