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B1F3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3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Terrorism &amp; infiltration, banditry, kidnapping for ransom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Farmer-herder conflict, communal violence, arms trafficking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Youth recruitment into criminal networks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4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5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Analyse and prevent repetition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6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7 / 27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Displacement concentrations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8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Community Reps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12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13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14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17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18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Closer to community = faster warning &amp; response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19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Legislative &amp;
judicial oversight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20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“Morale is a combat capability.”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21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22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D4AF37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06:00 – 12:00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18:00 – 00:00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Security never sleeps simply because government offices have closed.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23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2.  </a:t>
            </a:r>
            <a:r>
              <a:rPr sz="1300">
                <a:solidFill>
                  <a:srgbClr val="FFFFFF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4.  </a:t>
            </a:r>
            <a:r>
              <a:rPr sz="1300">
                <a:solidFill>
                  <a:srgbClr val="FFFFFF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6.  </a:t>
            </a:r>
            <a:r>
              <a:rPr sz="1300">
                <a:solidFill>
                  <a:srgbClr val="FFFFFF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8.  </a:t>
            </a:r>
            <a:r>
              <a:rPr sz="1300">
                <a:solidFill>
                  <a:srgbClr val="FFFFFF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10.  </a:t>
            </a:r>
            <a:r>
              <a:rPr sz="1300">
                <a:solidFill>
                  <a:srgbClr val="FFFFFF"/>
                </a:solidFill>
              </a:rPr>
              <a:t>Publish measurable security indicators quarterly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24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Rapid-Response Philosophy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Professional Standard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25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Networks dismantled via arrests &amp; prosecution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26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References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28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1127639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50">
                <a:solidFill>
                  <a:srgbClr val="FFFFFF"/>
                </a:solidFill>
              </a:rPr>
              <a:t>ACLED (2026) Armed Conflict Location &amp; Event Data Project: Nigeria Regional Data, Benue, Plateau and Niger States, 2024-2025. Available at: https://acleddata.com (Accessed: 18 August 2026).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Federal Government of Nigeria (2026) Northern Nigerian Security Trust Fund: Inauguration Statement, July 2026. Abuja: Office of the National Security Adviser.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Colombia, Ministry of Defence (2016) Plan Colombia: Lessons Learned in Community Intelligence and Reintegration. Bogotá: Ministry of Defence.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Kenya, Ministry of Interior and Coordination of National Government (2013) Nyumba Kumi Community Policing Initiative. Nairobi: Government Printer.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the Philippines, Department of the Interior and Local Government (2010) Barangay Peacekeeping Action Teams: Community-Based Security Handbook. Manila: DILG.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HM Government, Home Office (2015) Joint Terrorism Analysis Centre (JTAC): Roles and Responsibilities. London: The Stationery Office.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Office of the Director of National Intelligence (2021) National Counterterrorism Center: Mission and Structure. Washington, DC: ODNI.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India, Ministry of Home Affairs (2009) Multi-Agency Centre (MAC): Post-26/11 Intelligence Reform. New Delhi: Government of India Press.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Israel Ministry of Defence, Home Front Command (2018) Civil Defence Rapid-Response Doctrine. Tel Aviv: Ministry of Defence.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Office of the First Minister and Deputy First Minister (2007) Good Friday Agreement Youth Reintegration Programmes: A Review. Belfast: OFMDFM.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Civilian Secretariat for Police Service, Republic of South Africa (2019) Provincial Policing Powers: Constitutional Review Discussion Paper. Pretoria: Government Printer.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Food and Agriculture Organization of the United Nations (2020) Cross-Border Grazing and Pastoralist Dialogue in the Sahel and Horn of Africa. Rome: FAO.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North-Central Nigeria Governors' Forum (2025) Joint Security Operations Agreement. Minna: North-Central Governors' Forum Secretariat.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